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2" r:id="rId4"/>
    <p:sldId id="277" r:id="rId5"/>
    <p:sldId id="276" r:id="rId6"/>
    <p:sldId id="258" r:id="rId7"/>
    <p:sldId id="260" r:id="rId8"/>
    <p:sldId id="270" r:id="rId9"/>
    <p:sldId id="268" r:id="rId10"/>
    <p:sldId id="278" r:id="rId11"/>
    <p:sldId id="273" r:id="rId12"/>
    <p:sldId id="271" r:id="rId13"/>
    <p:sldId id="264" r:id="rId14"/>
  </p:sldIdLst>
  <p:sldSz cx="12192000" cy="6858000"/>
  <p:notesSz cx="6858000" cy="9144000"/>
  <p:embeddedFontLst>
    <p:embeddedFont>
      <p:font typeface="나눔스퀘어OTF ExtraBold" panose="020B0600000101010101" pitchFamily="34" charset="-127"/>
      <p:bold r:id="rId16"/>
    </p:embeddedFont>
    <p:embeddedFont>
      <p:font typeface="나눔스퀘어 Bold" panose="020B0600000101010101" pitchFamily="50" charset="-127"/>
      <p:bold r:id="rId17"/>
    </p:embeddedFont>
    <p:embeddedFont>
      <p:font typeface="나눔스퀘어OTF Bold" panose="020B0600000101010101" pitchFamily="34" charset="-127"/>
      <p:bold r:id="rId18"/>
    </p:embeddedFont>
    <p:embeddedFont>
      <p:font typeface="HY견고딕" panose="02030600000101010101" pitchFamily="18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나눔스퀘어OTF Light" panose="020B0600000101010101" pitchFamily="34" charset="-127"/>
      <p:regular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00124A"/>
    <a:srgbClr val="00196B"/>
    <a:srgbClr val="00E618"/>
    <a:srgbClr val="F03575"/>
    <a:srgbClr val="3A3749"/>
    <a:srgbClr val="363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8" autoAdjust="0"/>
    <p:restoredTop sz="94660"/>
  </p:normalViewPr>
  <p:slideViewPr>
    <p:cSldViewPr snapToGrid="0">
      <p:cViewPr varScale="1">
        <p:scale>
          <a:sx n="65" d="100"/>
          <a:sy n="65" d="100"/>
        </p:scale>
        <p:origin x="11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F7FFC-B36C-44A3-BEBE-F507A060DB7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49115-16DB-48F8-9157-7AA2E38FB8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36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249115-16DB-48F8-9157-7AA2E38FB8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474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249115-16DB-48F8-9157-7AA2E38FB8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639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249115-16DB-48F8-9157-7AA2E38FB8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867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249115-16DB-48F8-9157-7AA2E38FB8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642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249115-16DB-48F8-9157-7AA2E38FB8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211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18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1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228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89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10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06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29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6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05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63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F62B5-F968-47E1-89DB-48C9A9D129C6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19931-4EB5-44B5-89F8-958D1A773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34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74"/>
            <a:ext cx="12192000" cy="685062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921697" y="3115508"/>
            <a:ext cx="6348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IMC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21697" y="3429000"/>
            <a:ext cx="6348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Usher in a new era of medicine</a:t>
            </a:r>
            <a:endParaRPr lang="ko-KR" altLang="en-US" sz="2400" dirty="0">
              <a:solidFill>
                <a:schemeClr val="bg1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967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9675 " pathEditMode="relative" ptsTypes="AA">
                                      <p:cBhvr>
                                        <p:cTn id="10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  <p:bldP spid="6" grpId="2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506398" y="455853"/>
            <a:ext cx="3405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5400" dirty="0" smtClean="0">
                <a:solidFill>
                  <a:schemeClr val="bg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Contents</a:t>
            </a:r>
            <a:endParaRPr lang="ko-KR" altLang="en-US" sz="5400" dirty="0">
              <a:solidFill>
                <a:schemeClr val="bg1"/>
              </a:solidFill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6096000" y="267962"/>
            <a:ext cx="0" cy="63984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flipH="1">
            <a:off x="5912285" y="267962"/>
            <a:ext cx="183716" cy="1878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 flipH="1">
            <a:off x="6096000" y="6472085"/>
            <a:ext cx="183716" cy="1878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79716" y="1524283"/>
            <a:ext cx="22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1. </a:t>
            </a:r>
            <a:r>
              <a:rPr lang="ko-KR" altLang="en-US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제작 배경</a:t>
            </a:r>
            <a:endParaRPr lang="en-US" altLang="ko-KR" sz="3200" dirty="0" smtClean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0998" y="2470531"/>
            <a:ext cx="18975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2. IMC</a:t>
            </a:r>
            <a:r>
              <a:rPr lang="ko-KR" altLang="en-US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란</a:t>
            </a:r>
            <a:r>
              <a:rPr lang="en-US" altLang="ko-KR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?</a:t>
            </a:r>
            <a:endParaRPr lang="ko-KR" altLang="en-US" sz="32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10998" y="3416779"/>
            <a:ext cx="2895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3</a:t>
            </a:r>
            <a:r>
              <a:rPr lang="en-US" altLang="ko-KR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. </a:t>
            </a:r>
            <a:r>
              <a:rPr lang="ko-KR" altLang="en-US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기능 및 구성</a:t>
            </a:r>
            <a:endParaRPr lang="ko-KR" altLang="en-US" sz="32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10998" y="4363027"/>
            <a:ext cx="2674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4. </a:t>
            </a:r>
            <a:r>
              <a:rPr lang="ko-KR" altLang="en-US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개발 도구</a:t>
            </a:r>
            <a:endParaRPr lang="ko-KR" altLang="en-US" sz="32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10998" y="5309275"/>
            <a:ext cx="2674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5. </a:t>
            </a:r>
            <a:r>
              <a:rPr lang="ko-KR" altLang="en-US" sz="32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시연</a:t>
            </a:r>
            <a:endParaRPr lang="ko-KR" altLang="en-US" sz="32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621135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3818" y="375008"/>
            <a:ext cx="2857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제작 배경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909" y="1484057"/>
            <a:ext cx="3967316" cy="3967316"/>
          </a:xfrm>
          <a:prstGeom prst="rect">
            <a:avLst/>
          </a:prstGeom>
        </p:spPr>
      </p:pic>
      <p:sp>
        <p:nvSpPr>
          <p:cNvPr id="8" name="도넛 7"/>
          <p:cNvSpPr/>
          <p:nvPr/>
        </p:nvSpPr>
        <p:spPr>
          <a:xfrm>
            <a:off x="1151878" y="2212256"/>
            <a:ext cx="2979174" cy="2816942"/>
          </a:xfrm>
          <a:prstGeom prst="donut">
            <a:avLst>
              <a:gd name="adj" fmla="val 15576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곱셈 기호 13"/>
          <p:cNvSpPr/>
          <p:nvPr/>
        </p:nvSpPr>
        <p:spPr>
          <a:xfrm>
            <a:off x="7506228" y="1537517"/>
            <a:ext cx="4041760" cy="4166421"/>
          </a:xfrm>
          <a:prstGeom prst="mathMultiply">
            <a:avLst>
              <a:gd name="adj1" fmla="val 13436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0789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202589" cy="6858000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3818" y="375008"/>
            <a:ext cx="2857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제작 배경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909" y="1484057"/>
            <a:ext cx="3967316" cy="396731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 rot="1704309">
            <a:off x="4532460" y="-196913"/>
            <a:ext cx="190268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endParaRPr lang="ko-KR" altLang="en-US" sz="400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721224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3818" y="375008"/>
            <a:ext cx="2857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제작 배경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755" y="1673346"/>
            <a:ext cx="3967316" cy="3967316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5460825" y="3067068"/>
            <a:ext cx="2001858" cy="117987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295" y="2677762"/>
            <a:ext cx="1958481" cy="1958481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직사각형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458325" y="2967335"/>
              <a:ext cx="80068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400" dirty="0" smtClean="0">
                  <a:solidFill>
                    <a:schemeClr val="bg1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약에 대한 다양한 문제 발생</a:t>
              </a:r>
              <a:endParaRPr lang="ko-KR" altLang="en-US" sz="54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289197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55013" y="375008"/>
            <a:ext cx="2065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IMC</a:t>
            </a:r>
            <a:r>
              <a:rPr lang="ko-KR" altLang="en-US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란</a:t>
            </a:r>
            <a:r>
              <a:rPr lang="en-US" altLang="ko-KR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?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566" y="1376621"/>
            <a:ext cx="2869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약의 잔량</a:t>
            </a:r>
            <a:r>
              <a:rPr lang="en-US" altLang="ko-KR" sz="16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, 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위치</a:t>
            </a:r>
            <a:r>
              <a:rPr lang="en-US" altLang="ko-KR" sz="16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, 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복용 현황 등을 </a:t>
            </a:r>
            <a:endParaRPr lang="en-US" altLang="ko-KR" sz="1600" dirty="0" smtClean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r>
              <a:rPr lang="ko-KR" altLang="en-US" sz="16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알려주는</a:t>
            </a:r>
            <a:r>
              <a:rPr lang="en-US" altLang="ko-KR" sz="16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endParaRPr lang="ko-KR" altLang="en-US" sz="16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33833" y="1298338"/>
            <a:ext cx="3424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스마트약보관함</a:t>
            </a:r>
            <a:endParaRPr lang="ko-KR" altLang="en-US" sz="40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4" name="꺾인 연결선 3"/>
          <p:cNvCxnSpPr/>
          <p:nvPr/>
        </p:nvCxnSpPr>
        <p:spPr>
          <a:xfrm>
            <a:off x="2800350" y="2829235"/>
            <a:ext cx="1958521" cy="1037381"/>
          </a:xfrm>
          <a:prstGeom prst="bentConnector3">
            <a:avLst/>
          </a:prstGeom>
          <a:ln w="76200">
            <a:solidFill>
              <a:srgbClr val="E6E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/>
          <p:nvPr/>
        </p:nvCxnSpPr>
        <p:spPr>
          <a:xfrm flipV="1">
            <a:off x="2728913" y="4829315"/>
            <a:ext cx="2115461" cy="1012666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>
            <a:off x="7315200" y="4313525"/>
            <a:ext cx="218440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586" y="2951504"/>
            <a:ext cx="2533347" cy="254104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600" y="3788978"/>
            <a:ext cx="2173361" cy="104033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66" y="5455011"/>
            <a:ext cx="1873929" cy="77394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843" y="2039679"/>
            <a:ext cx="1567338" cy="15673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 rot="1704309">
            <a:off x="1509557" y="1750299"/>
            <a:ext cx="7041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endParaRPr lang="ko-KR" altLang="en-US" sz="120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303457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3818" y="375008"/>
            <a:ext cx="3674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기능 및 구성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699487" y="4528043"/>
            <a:ext cx="6895932" cy="1787655"/>
            <a:chOff x="7094665" y="1566154"/>
            <a:chExt cx="6895932" cy="1787655"/>
          </a:xfrm>
        </p:grpSpPr>
        <p:sp>
          <p:nvSpPr>
            <p:cNvPr id="7" name="TextBox 6"/>
            <p:cNvSpPr txBox="1"/>
            <p:nvPr/>
          </p:nvSpPr>
          <p:spPr>
            <a:xfrm>
              <a:off x="7409235" y="1566154"/>
              <a:ext cx="4212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>
                  <a:solidFill>
                    <a:srgbClr val="92D050"/>
                  </a:solidFill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약을 깜빡하고 먹지 않은 사람들을 위해</a:t>
              </a:r>
              <a:endParaRPr lang="ko-KR" altLang="en-US" dirty="0">
                <a:solidFill>
                  <a:srgbClr val="92D05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09236" y="1935486"/>
              <a:ext cx="42120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000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약 시간 </a:t>
              </a:r>
              <a:r>
                <a:rPr lang="ko-KR" altLang="en-US" sz="4000" dirty="0" err="1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알리미</a:t>
              </a:r>
              <a:endParaRPr lang="ko-KR" altLang="en-US" sz="4000" dirty="0">
                <a:solidFill>
                  <a:schemeClr val="accent2">
                    <a:lumMod val="20000"/>
                    <a:lumOff val="8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114165" y="1750820"/>
              <a:ext cx="3399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.</a:t>
              </a:r>
              <a:endParaRPr lang="ko-KR" altLang="en-US" sz="4000" dirty="0">
                <a:solidFill>
                  <a:schemeClr val="accent2">
                    <a:lumMod val="20000"/>
                    <a:lumOff val="8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7094665" y="2458706"/>
              <a:ext cx="6895932" cy="895103"/>
              <a:chOff x="7094665" y="2458706"/>
              <a:chExt cx="6895932" cy="895103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7409235" y="2645923"/>
                <a:ext cx="658136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4000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미복용지속될 </a:t>
                </a:r>
                <a:r>
                  <a:rPr lang="ko-KR" altLang="en-US" sz="4000" dirty="0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시 보호기관 연락 </a:t>
                </a:r>
                <a:endParaRPr lang="ko-KR" altLang="en-US" sz="4000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7094665" y="2458706"/>
                <a:ext cx="3399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000" dirty="0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.</a:t>
                </a:r>
                <a:endParaRPr lang="ko-KR" altLang="en-US" sz="4000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638" y="825313"/>
            <a:ext cx="3044572" cy="304457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776" y="1453279"/>
            <a:ext cx="3967316" cy="396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3013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3818" y="375008"/>
            <a:ext cx="3674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기능 및 구성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676518" y="3650893"/>
            <a:ext cx="5299522" cy="3018761"/>
            <a:chOff x="6937378" y="1518712"/>
            <a:chExt cx="5299522" cy="3018761"/>
          </a:xfrm>
        </p:grpSpPr>
        <p:sp>
          <p:nvSpPr>
            <p:cNvPr id="14" name="TextBox 13"/>
            <p:cNvSpPr txBox="1"/>
            <p:nvPr/>
          </p:nvSpPr>
          <p:spPr>
            <a:xfrm>
              <a:off x="7239249" y="1518712"/>
              <a:ext cx="4997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>
                  <a:solidFill>
                    <a:srgbClr val="92D050"/>
                  </a:solidFill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약을 어디 놔두었는지 까먹은 사람들을 위해</a:t>
              </a:r>
              <a:endParaRPr lang="ko-KR" altLang="en-US" dirty="0">
                <a:solidFill>
                  <a:srgbClr val="92D05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39249" y="1888044"/>
              <a:ext cx="42120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약 위치 </a:t>
              </a:r>
              <a:r>
                <a:rPr lang="ko-KR" altLang="en-US" sz="4000" dirty="0" err="1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알리미</a:t>
              </a:r>
              <a:endParaRPr lang="ko-KR" altLang="en-US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944178" y="1703378"/>
              <a:ext cx="3399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.</a:t>
              </a:r>
              <a:endParaRPr lang="ko-KR" altLang="en-US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6937378" y="2411264"/>
              <a:ext cx="5254622" cy="2126209"/>
              <a:chOff x="7107365" y="2458706"/>
              <a:chExt cx="5254622" cy="2126209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7409235" y="2645923"/>
                <a:ext cx="495275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약 복용 시간이 되면 </a:t>
                </a:r>
                <a:endParaRPr lang="en-US" altLang="ko-KR" sz="4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  <a:p>
                <a:r>
                  <a:rPr lang="ko-KR" alt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자동으로 울림</a:t>
                </a:r>
                <a:endParaRPr lang="en-US" altLang="ko-KR" sz="4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  <a:p>
                <a:r>
                  <a:rPr lang="en-US" altLang="ko-KR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(</a:t>
                </a:r>
                <a:r>
                  <a:rPr lang="ko-KR" alt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약 시간 </a:t>
                </a:r>
                <a:r>
                  <a:rPr lang="ko-KR" altLang="en-US" sz="4000" dirty="0" err="1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알리미</a:t>
                </a:r>
                <a:r>
                  <a:rPr lang="en-US" altLang="ko-KR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)</a:t>
                </a:r>
                <a:endParaRPr lang="ko-KR" alt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7107365" y="2458706"/>
                <a:ext cx="3399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.</a:t>
                </a:r>
                <a:endParaRPr lang="ko-KR" alt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629" y="2122727"/>
            <a:ext cx="2738693" cy="265310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660" y="1379464"/>
            <a:ext cx="3967316" cy="396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-1665"/>
            <a:ext cx="12192000" cy="6858000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3818" y="375008"/>
            <a:ext cx="3674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기능 및 구성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0848" y="3889556"/>
            <a:ext cx="5545152" cy="2709014"/>
            <a:chOff x="7119144" y="1520836"/>
            <a:chExt cx="5545152" cy="2709014"/>
          </a:xfrm>
        </p:grpSpPr>
        <p:sp>
          <p:nvSpPr>
            <p:cNvPr id="7" name="TextBox 6"/>
            <p:cNvSpPr txBox="1"/>
            <p:nvPr/>
          </p:nvSpPr>
          <p:spPr>
            <a:xfrm>
              <a:off x="7454133" y="1520836"/>
              <a:ext cx="42534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>
                  <a:solidFill>
                    <a:srgbClr val="92D050"/>
                  </a:solidFill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약이 얼마나 남았는지 알고 싶은 사람들을 위해</a:t>
              </a:r>
              <a:endParaRPr lang="ko-KR" altLang="en-US" dirty="0">
                <a:solidFill>
                  <a:srgbClr val="92D05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09236" y="2261470"/>
              <a:ext cx="42120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000" dirty="0" smtClean="0">
                  <a:solidFill>
                    <a:srgbClr val="F03575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약 잔량 </a:t>
              </a:r>
              <a:r>
                <a:rPr lang="ko-KR" altLang="en-US" sz="4000" dirty="0" err="1" smtClean="0">
                  <a:solidFill>
                    <a:srgbClr val="F03575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알리미</a:t>
              </a:r>
              <a:endParaRPr lang="ko-KR" altLang="en-US" sz="4000" dirty="0">
                <a:solidFill>
                  <a:srgbClr val="F0357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139565" y="2076804"/>
              <a:ext cx="3399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 smtClean="0">
                  <a:solidFill>
                    <a:srgbClr val="F03575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.</a:t>
              </a:r>
              <a:endParaRPr lang="ko-KR" altLang="en-US" sz="4000" dirty="0">
                <a:solidFill>
                  <a:srgbClr val="F0357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7119144" y="2719194"/>
              <a:ext cx="5545152" cy="1510656"/>
              <a:chOff x="7119144" y="2719194"/>
              <a:chExt cx="5545152" cy="1510656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7409236" y="2906411"/>
                <a:ext cx="525506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000" dirty="0" smtClean="0">
                    <a:solidFill>
                      <a:srgbClr val="F03575"/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75%, 50%, 25%  </a:t>
                </a:r>
                <a:r>
                  <a:rPr lang="ko-KR" altLang="en-US" sz="4000" dirty="0" smtClean="0">
                    <a:solidFill>
                      <a:srgbClr val="F03575"/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단위로 알림</a:t>
                </a:r>
                <a:endParaRPr lang="ko-KR" altLang="en-US" sz="4000" dirty="0">
                  <a:solidFill>
                    <a:srgbClr val="F03575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7119144" y="2719194"/>
                <a:ext cx="3399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000" dirty="0" smtClean="0">
                    <a:solidFill>
                      <a:srgbClr val="F03575"/>
                    </a:solidFill>
                    <a:latin typeface="나눔스퀘어OTF Bold" panose="020B0600000101010101" pitchFamily="34" charset="-127"/>
                    <a:ea typeface="나눔스퀘어OTF Bold" panose="020B0600000101010101" pitchFamily="34" charset="-127"/>
                  </a:rPr>
                  <a:t>.</a:t>
                </a:r>
                <a:endParaRPr lang="ko-KR" altLang="en-US" sz="4000" dirty="0">
                  <a:solidFill>
                    <a:srgbClr val="F03575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pic>
        <p:nvPicPr>
          <p:cNvPr id="14" name="그림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776" y="1453279"/>
            <a:ext cx="3967316" cy="3967316"/>
          </a:xfrm>
          <a:prstGeom prst="rect">
            <a:avLst/>
          </a:prstGeom>
        </p:spPr>
      </p:pic>
      <p:sp>
        <p:nvSpPr>
          <p:cNvPr id="3" name="위쪽 화살표 2"/>
          <p:cNvSpPr/>
          <p:nvPr/>
        </p:nvSpPr>
        <p:spPr>
          <a:xfrm>
            <a:off x="9495421" y="1637071"/>
            <a:ext cx="1445342" cy="3804786"/>
          </a:xfrm>
          <a:prstGeom prst="up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0697262" y="2393977"/>
            <a:ext cx="890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- 75%</a:t>
            </a:r>
            <a:endParaRPr lang="ko-KR" altLang="en-US" sz="2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675386" y="3236882"/>
            <a:ext cx="890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- 50%</a:t>
            </a:r>
            <a:endParaRPr lang="ko-KR" altLang="en-US" sz="2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97262" y="4162398"/>
            <a:ext cx="890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-25%</a:t>
            </a:r>
            <a:endParaRPr lang="ko-KR" altLang="en-US" sz="2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86897" y="5087914"/>
            <a:ext cx="890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-0%</a:t>
            </a:r>
            <a:endParaRPr lang="ko-KR" altLang="en-US" sz="2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979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-1665"/>
            <a:ext cx="12192000" cy="6858000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40940" y="422131"/>
            <a:ext cx="2934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개발 도구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38" y="2745775"/>
            <a:ext cx="4035637" cy="136311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977" y="2690826"/>
            <a:ext cx="2158730" cy="1473016"/>
          </a:xfrm>
          <a:prstGeom prst="rect">
            <a:avLst/>
          </a:prstGeom>
        </p:spPr>
      </p:pic>
      <p:sp>
        <p:nvSpPr>
          <p:cNvPr id="15" name="덧셈 기호 14"/>
          <p:cNvSpPr/>
          <p:nvPr/>
        </p:nvSpPr>
        <p:spPr>
          <a:xfrm>
            <a:off x="5706480" y="2678300"/>
            <a:ext cx="1460091" cy="1430594"/>
          </a:xfrm>
          <a:prstGeom prst="mathPlus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11506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94059" y="404037"/>
            <a:ext cx="1483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시연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73483" y="2704921"/>
            <a:ext cx="1389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IMC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15050" y="3757152"/>
            <a:ext cx="4361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Usher in a new era of medicine</a:t>
            </a:r>
            <a:endParaRPr lang="ko-KR" altLang="en-US" sz="2400" dirty="0">
              <a:solidFill>
                <a:schemeClr val="bg1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120899" y="3581402"/>
            <a:ext cx="787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내용 개체 틀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110" y="2622867"/>
            <a:ext cx="914730" cy="917510"/>
          </a:xfrm>
        </p:spPr>
      </p:pic>
    </p:spTree>
    <p:extLst>
      <p:ext uri="{BB962C8B-B14F-4D97-AF65-F5344CB8AC3E}">
        <p14:creationId xmlns:p14="http://schemas.microsoft.com/office/powerpoint/2010/main" val="83211185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/>
        </p:nvGrpSpPr>
        <p:grpSpPr>
          <a:xfrm>
            <a:off x="3784426" y="2415814"/>
            <a:ext cx="3454574" cy="1827574"/>
            <a:chOff x="3784426" y="2415814"/>
            <a:chExt cx="3454574" cy="1827574"/>
          </a:xfrm>
        </p:grpSpPr>
        <p:sp>
          <p:nvSpPr>
            <p:cNvPr id="7" name="TextBox 6"/>
            <p:cNvSpPr txBox="1"/>
            <p:nvPr/>
          </p:nvSpPr>
          <p:spPr>
            <a:xfrm>
              <a:off x="3784426" y="2415814"/>
              <a:ext cx="345457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600" dirty="0" smtClean="0">
                  <a:solidFill>
                    <a:schemeClr val="bg1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Q</a:t>
              </a:r>
              <a:r>
                <a:rPr lang="en-US" altLang="ko-KR" sz="6700" dirty="0" smtClean="0">
                  <a:solidFill>
                    <a:schemeClr val="bg1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&amp;</a:t>
              </a:r>
              <a:r>
                <a:rPr lang="en-US" altLang="ko-KR" sz="9600" dirty="0" smtClean="0">
                  <a:solidFill>
                    <a:schemeClr val="bg1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A</a:t>
              </a:r>
              <a:endParaRPr lang="ko-KR" altLang="en-US" sz="96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48424" y="3781723"/>
              <a:ext cx="2095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 smtClean="0">
                  <a:solidFill>
                    <a:schemeClr val="bg1"/>
                  </a:solidFill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IMC</a:t>
              </a:r>
              <a:endParaRPr lang="ko-KR" altLang="en-US" sz="2400" dirty="0">
                <a:solidFill>
                  <a:schemeClr val="bg1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endParaRPr>
            </a:p>
          </p:txBody>
        </p:sp>
      </p:grpSp>
      <p:pic>
        <p:nvPicPr>
          <p:cNvPr id="9" name="내용 개체 틀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544" y="2500055"/>
            <a:ext cx="1193800" cy="1197428"/>
          </a:xfrm>
        </p:spPr>
      </p:pic>
    </p:spTree>
    <p:extLst>
      <p:ext uri="{BB962C8B-B14F-4D97-AF65-F5344CB8AC3E}">
        <p14:creationId xmlns:p14="http://schemas.microsoft.com/office/powerpoint/2010/main" val="310360182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6872748"/>
          </a:xfrm>
          <a:prstGeom prst="rect">
            <a:avLst/>
          </a:prstGeom>
          <a:solidFill>
            <a:srgbClr val="3A3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973483" y="2704921"/>
            <a:ext cx="1389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 smtClean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IMC</a:t>
            </a:r>
            <a:endParaRPr lang="ko-KR" altLang="en-US" sz="54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15050" y="3757152"/>
            <a:ext cx="4361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Usher in a new era of medicine</a:t>
            </a:r>
            <a:endParaRPr lang="ko-KR" altLang="en-US" sz="2400" dirty="0">
              <a:solidFill>
                <a:schemeClr val="bg1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2120899" y="3581402"/>
            <a:ext cx="787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내용 개체 틀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110" y="2622867"/>
            <a:ext cx="914730" cy="917510"/>
          </a:xfrm>
        </p:spPr>
      </p:pic>
    </p:spTree>
    <p:extLst>
      <p:ext uri="{BB962C8B-B14F-4D97-AF65-F5344CB8AC3E}">
        <p14:creationId xmlns:p14="http://schemas.microsoft.com/office/powerpoint/2010/main" val="147747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2000</TotalTime>
  <Words>161</Words>
  <Application>Microsoft Office PowerPoint</Application>
  <PresentationFormat>와이드스크린</PresentationFormat>
  <Paragraphs>55</Paragraphs>
  <Slides>13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나눔스퀘어OTF ExtraBold</vt:lpstr>
      <vt:lpstr>나눔스퀘어 Bold</vt:lpstr>
      <vt:lpstr>나눔스퀘어OTF Bold</vt:lpstr>
      <vt:lpstr>HY견고딕</vt:lpstr>
      <vt:lpstr>Arial</vt:lpstr>
      <vt:lpstr>맑은 고딕</vt:lpstr>
      <vt:lpstr>나눔스퀘어OTF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윤영</dc:creator>
  <cp:lastModifiedBy>이 윤영</cp:lastModifiedBy>
  <cp:revision>103</cp:revision>
  <dcterms:created xsi:type="dcterms:W3CDTF">2019-06-13T10:19:29Z</dcterms:created>
  <dcterms:modified xsi:type="dcterms:W3CDTF">2019-07-13T10:21:56Z</dcterms:modified>
</cp:coreProperties>
</file>