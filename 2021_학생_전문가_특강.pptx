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37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639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20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221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2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22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96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14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6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8A76-AF6C-4775-9CDF-3F1C066ADE64}" type="datetimeFigureOut">
              <a:rPr lang="ko-KR" altLang="en-US" smtClean="0"/>
              <a:t>2021-04-18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9380C-DBCF-4896-BF81-3A769580FB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81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507065" y="2764181"/>
            <a:ext cx="9177871" cy="1200329"/>
            <a:chOff x="1768663" y="2764181"/>
            <a:chExt cx="9177871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1768663" y="2764181"/>
              <a:ext cx="82066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200" dirty="0" smtClean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How I do backend?</a:t>
              </a:r>
              <a:endParaRPr lang="ko-KR" altLang="en-US" sz="7200" dirty="0"/>
            </a:p>
          </p:txBody>
        </p:sp>
        <p:pic>
          <p:nvPicPr>
            <p:cNvPr id="2052" name="Picture 4" descr="Technologist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5273" y="2878714"/>
              <a:ext cx="971261" cy="971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852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021007" y="1971564"/>
            <a:ext cx="2339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이규락</a:t>
            </a:r>
            <a:endParaRPr kumimoji="0" lang="ko-KR" altLang="en-US" sz="6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491" y="300182"/>
            <a:ext cx="4331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Intro</a:t>
            </a:r>
            <a:r>
              <a:rPr lang="en-US" altLang="ko-KR" sz="72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duce</a:t>
            </a:r>
            <a:endParaRPr kumimoji="0" lang="ko-KR" altLang="en-US" sz="7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Picture 2" descr="https://www.notion.so/image/https%3A%2F%2Fs3-us-west-2.amazonaws.com%2Fsecure.notion-static.com%2Fe0c05c05-f6b2-46c4-a6a4-280c5d8b12e7%2FKakaoTalk_20210113_013537380.png?table=block&amp;id=12885eb0-3d8a-485b-9c41-59e73d4d2b55&amp;width=250&amp;userId=b6dc8d74-ac42-413c-b90d-319c8cba5b8b&amp;cache=v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25" y="1696293"/>
            <a:ext cx="4310205" cy="4310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021007" y="4007679"/>
            <a:ext cx="4626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-4</a:t>
            </a:r>
            <a:r>
              <a:rPr lang="en-US" altLang="ko-KR" sz="4000" baseline="30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th</a:t>
            </a:r>
            <a:r>
              <a:rPr lang="en-US" altLang="ko-KR" sz="4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first employed  </a:t>
            </a:r>
            <a:endParaRPr kumimoji="0" lang="ko-KR" altLang="en-US" sz="4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21007" y="3143510"/>
            <a:ext cx="4950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-backend developer</a:t>
            </a:r>
            <a:endParaRPr kumimoji="0" lang="ko-KR" altLang="en-US" sz="4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21007" y="4871848"/>
            <a:ext cx="4034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-Python, Django</a:t>
            </a:r>
            <a:endParaRPr kumimoji="0" lang="ko-KR" altLang="en-US" sz="4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21899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2225361" y="2764181"/>
            <a:ext cx="7741278" cy="1200329"/>
            <a:chOff x="1507065" y="2764181"/>
            <a:chExt cx="7741278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1507065" y="2764181"/>
              <a:ext cx="627919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2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What</a:t>
              </a:r>
              <a:r>
                <a:rPr kumimoji="0" lang="en-US" altLang="ko-KR" sz="7200" b="0" i="0" u="none" strike="noStrike" kern="1200" cap="none" spc="0" normalizeH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I speech?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7170" name="Picture 2" descr="Speech Balloon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0521" y="2900433"/>
              <a:ext cx="927822" cy="927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897845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74920" y="2828836"/>
            <a:ext cx="8708588" cy="1200329"/>
            <a:chOff x="1507065" y="2764181"/>
            <a:chExt cx="8708588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1507065" y="2764181"/>
              <a:ext cx="735984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200" dirty="0" smtClean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What is backend?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6146" name="Picture 2" descr="Thinking Face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4158" y="2878597"/>
              <a:ext cx="971495" cy="971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52" name="Picture 8" descr="Card Index Dividers on Apple iOS 14.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7424" y="2424376"/>
            <a:ext cx="2009246" cy="20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Desktop Window on LG G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011" y="2508459"/>
            <a:ext cx="2009246" cy="200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025239" y="3169284"/>
            <a:ext cx="2226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Backend</a:t>
            </a:r>
            <a:endParaRPr lang="ko-KR" altLang="en-US" sz="4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241354" y="3126752"/>
            <a:ext cx="1795888" cy="386330"/>
            <a:chOff x="3294519" y="2785801"/>
            <a:chExt cx="1795888" cy="727281"/>
          </a:xfrm>
          <a:solidFill>
            <a:schemeClr val="bg1"/>
          </a:solidFill>
        </p:grpSpPr>
        <p:sp>
          <p:nvSpPr>
            <p:cNvPr id="7" name="직사각형 6"/>
            <p:cNvSpPr/>
            <p:nvPr/>
          </p:nvSpPr>
          <p:spPr>
            <a:xfrm>
              <a:off x="3474043" y="3010998"/>
              <a:ext cx="1616364" cy="323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>
              <a:off x="3110403" y="2969917"/>
              <a:ext cx="727281" cy="3590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 rot="10800000">
            <a:off x="3294519" y="3556117"/>
            <a:ext cx="1795888" cy="386330"/>
            <a:chOff x="3294519" y="2785801"/>
            <a:chExt cx="1795888" cy="727281"/>
          </a:xfrm>
          <a:solidFill>
            <a:schemeClr val="bg1"/>
          </a:solidFill>
        </p:grpSpPr>
        <p:sp>
          <p:nvSpPr>
            <p:cNvPr id="30" name="직사각형 29"/>
            <p:cNvSpPr/>
            <p:nvPr/>
          </p:nvSpPr>
          <p:spPr>
            <a:xfrm>
              <a:off x="3474043" y="3010998"/>
              <a:ext cx="1616364" cy="323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이등변 삼각형 30"/>
            <p:cNvSpPr/>
            <p:nvPr/>
          </p:nvSpPr>
          <p:spPr>
            <a:xfrm rot="16200000">
              <a:off x="3110403" y="2969917"/>
              <a:ext cx="727281" cy="3590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7203305" y="3124428"/>
            <a:ext cx="1795888" cy="386330"/>
            <a:chOff x="3294519" y="2785801"/>
            <a:chExt cx="1795888" cy="727281"/>
          </a:xfrm>
          <a:solidFill>
            <a:schemeClr val="bg1"/>
          </a:solidFill>
        </p:grpSpPr>
        <p:sp>
          <p:nvSpPr>
            <p:cNvPr id="33" name="직사각형 32"/>
            <p:cNvSpPr/>
            <p:nvPr/>
          </p:nvSpPr>
          <p:spPr>
            <a:xfrm>
              <a:off x="3474043" y="3010998"/>
              <a:ext cx="1616364" cy="323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이등변 삼각형 33"/>
            <p:cNvSpPr/>
            <p:nvPr/>
          </p:nvSpPr>
          <p:spPr>
            <a:xfrm rot="16200000">
              <a:off x="3110403" y="2969917"/>
              <a:ext cx="727281" cy="3590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 rot="10800000">
            <a:off x="7256470" y="3553793"/>
            <a:ext cx="1795888" cy="386330"/>
            <a:chOff x="3294519" y="2785801"/>
            <a:chExt cx="1795888" cy="727281"/>
          </a:xfrm>
          <a:solidFill>
            <a:schemeClr val="bg1"/>
          </a:solidFill>
        </p:grpSpPr>
        <p:sp>
          <p:nvSpPr>
            <p:cNvPr id="36" name="직사각형 35"/>
            <p:cNvSpPr/>
            <p:nvPr/>
          </p:nvSpPr>
          <p:spPr>
            <a:xfrm>
              <a:off x="3474043" y="3010998"/>
              <a:ext cx="1616364" cy="323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이등변 삼각형 36"/>
            <p:cNvSpPr/>
            <p:nvPr/>
          </p:nvSpPr>
          <p:spPr>
            <a:xfrm rot="16200000">
              <a:off x="3110403" y="2969917"/>
              <a:ext cx="727281" cy="3590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018375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719475" y="2828836"/>
            <a:ext cx="6753050" cy="1200329"/>
            <a:chOff x="2225361" y="2764181"/>
            <a:chExt cx="6753050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2225361" y="2764181"/>
              <a:ext cx="51452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200" dirty="0" smtClean="0"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How I study?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9220" name="Picture 4" descr="Face with Monocle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7247" y="2873762"/>
              <a:ext cx="981164" cy="981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36927">
            <a:off x="1786659" y="836695"/>
            <a:ext cx="4299816" cy="398428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53385">
            <a:off x="3957550" y="1899856"/>
            <a:ext cx="7261514" cy="35918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35119" y="2875002"/>
            <a:ext cx="55217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HTTP method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35119" y="1351508"/>
            <a:ext cx="55217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</a:t>
            </a:r>
            <a:b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</a:t>
            </a:r>
            <a:b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PUT, PATCH</a:t>
            </a:r>
            <a:b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DELETE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9224" name="Picture 8" descr="나이스 학교 코드 가져오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481" y="1781173"/>
            <a:ext cx="3790950" cy="329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4926971" y="2875002"/>
            <a:ext cx="2338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93016" y="2875002"/>
            <a:ext cx="3805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API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9226" name="Picture 10" descr="https://blog.kakaocdn.net/dn/bGaLik/btqD2daGxIC/sjLq5BOD1mdY6NNz9kdByk/img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88" y="2058210"/>
            <a:ext cx="4092317" cy="274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496" y="2067736"/>
            <a:ext cx="2859452" cy="2722521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 rot="10800000">
            <a:off x="5198056" y="3235836"/>
            <a:ext cx="1795888" cy="386330"/>
            <a:chOff x="3294519" y="2785801"/>
            <a:chExt cx="1795888" cy="727281"/>
          </a:xfrm>
          <a:solidFill>
            <a:schemeClr val="bg1"/>
          </a:solidFill>
        </p:grpSpPr>
        <p:sp>
          <p:nvSpPr>
            <p:cNvPr id="20" name="직사각형 19"/>
            <p:cNvSpPr/>
            <p:nvPr/>
          </p:nvSpPr>
          <p:spPr>
            <a:xfrm>
              <a:off x="3474043" y="3010998"/>
              <a:ext cx="1616364" cy="3232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/>
            <p:cNvSpPr/>
            <p:nvPr/>
          </p:nvSpPr>
          <p:spPr>
            <a:xfrm rot="16200000">
              <a:off x="3110403" y="2969917"/>
              <a:ext cx="727281" cy="35905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5386945" y="2875002"/>
            <a:ext cx="14181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85588" y="2875002"/>
            <a:ext cx="24208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CRUD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19802" y="2875002"/>
            <a:ext cx="59523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authentication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731592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2" grpId="0"/>
      <p:bldP spid="12" grpId="1"/>
      <p:bldP spid="14" grpId="0"/>
      <p:bldP spid="14" grpId="1"/>
      <p:bldP spid="15" grpId="0"/>
      <p:bldP spid="15" grpId="1"/>
      <p:bldP spid="23" grpId="0"/>
      <p:bldP spid="23" grpId="1"/>
      <p:bldP spid="24" grpId="0"/>
      <p:bldP spid="24" grpId="1"/>
      <p:bldP spid="28" grpId="0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507" y="133975"/>
            <a:ext cx="43785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HTTP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507" y="977360"/>
            <a:ext cx="267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07" y="1820746"/>
            <a:ext cx="19606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07" y="2664132"/>
            <a:ext cx="69459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Understanding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07" y="3507517"/>
            <a:ext cx="29893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507" y="4350902"/>
            <a:ext cx="1310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091" y="5194287"/>
            <a:ext cx="2101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091" y="6037672"/>
            <a:ext cx="4440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4400" dirty="0" smtClean="0">
                <a:solidFill>
                  <a:prstClr val="white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11011576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2427821" y="2828836"/>
            <a:ext cx="7336358" cy="1200329"/>
            <a:chOff x="1436078" y="2828836"/>
            <a:chExt cx="7336358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1436078" y="2828836"/>
              <a:ext cx="63011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200" dirty="0" smtClean="0">
                  <a:solidFill>
                    <a:prstClr val="white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Should do this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10245" name="Picture 5" descr="Smirking Face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5154" y="2955358"/>
              <a:ext cx="947282" cy="9472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/>
          <p:cNvSpPr txBox="1"/>
          <p:nvPr/>
        </p:nvSpPr>
        <p:spPr>
          <a:xfrm>
            <a:off x="4222505" y="2875002"/>
            <a:ext cx="37469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REST API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81587" y="2875002"/>
            <a:ext cx="20288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docs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804" y="380496"/>
            <a:ext cx="4392391" cy="60970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066809" y="2875002"/>
            <a:ext cx="40583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SQL, ORM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98262" y="2875002"/>
            <a:ext cx="45954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AWS, Linux</a:t>
            </a:r>
            <a:endParaRPr lang="ko-KR" altLang="en-US" sz="66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0247" name="Picture 7" descr="Lightsail] AWS CLI 설치 – JunkLA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804" y="1497744"/>
            <a:ext cx="4816390" cy="386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39554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  <p:bldP spid="23" grpId="0"/>
      <p:bldP spid="23" grpId="1"/>
      <p:bldP spid="24" grpId="0"/>
      <p:bldP spid="2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570220" y="2828836"/>
            <a:ext cx="5051560" cy="1200329"/>
            <a:chOff x="2225361" y="2764181"/>
            <a:chExt cx="5051560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2225361" y="2764181"/>
              <a:ext cx="40699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Question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13314" name="Picture 2" descr="Person Raising Hand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5292" y="2873530"/>
              <a:ext cx="981629" cy="9816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394510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920999" y="2828836"/>
            <a:ext cx="4350002" cy="1200329"/>
            <a:chOff x="3570220" y="2828836"/>
            <a:chExt cx="4350002" cy="1200329"/>
          </a:xfrm>
        </p:grpSpPr>
        <p:sp>
          <p:nvSpPr>
            <p:cNvPr id="4" name="TextBox 3"/>
            <p:cNvSpPr txBox="1"/>
            <p:nvPr/>
          </p:nvSpPr>
          <p:spPr>
            <a:xfrm>
              <a:off x="3570220" y="2828836"/>
              <a:ext cx="40699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2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n-cs"/>
                </a:rPr>
                <a:t>Thanks</a:t>
              </a:r>
              <a:endParaRPr kumimoji="0" lang="ko-KR" alt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endParaRPr>
            </a:p>
          </p:txBody>
        </p:sp>
        <p:pic>
          <p:nvPicPr>
            <p:cNvPr id="16386" name="Picture 2" descr="Hugging Face on Apple iOS 14.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8387" y="2902743"/>
              <a:ext cx="911835" cy="911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2441332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81</Words>
  <Application>Microsoft Office PowerPoint</Application>
  <PresentationFormat>와이드스크린</PresentationFormat>
  <Paragraphs>32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이규락</dc:creator>
  <cp:lastModifiedBy>이규락</cp:lastModifiedBy>
  <cp:revision>17</cp:revision>
  <dcterms:created xsi:type="dcterms:W3CDTF">2021-04-18T03:49:25Z</dcterms:created>
  <dcterms:modified xsi:type="dcterms:W3CDTF">2021-04-18T10:26:32Z</dcterms:modified>
</cp:coreProperties>
</file>